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yne Bold"/>
      <p:regular r:id="rId201314"/>
    </p:embeddedFont>
    <p:embeddedFont>
      <p:font typeface="Arimo"/>
      <p:regular r:id="rId201315"/>
    </p:embeddedFont>
    <p:embeddedFont>
      <p:font typeface="Arim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372716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Helldivers 2 Community Crisis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477095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Sentiment &amp; Retention Impact Assessment — PSN Account Requirement Controversy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124126"/>
            <a:ext cx="2686422" cy="281136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/>
        </p:spPr>
      </p:sp>
      <p:sp>
        <p:nvSpPr>
          <p:cNvPr id="6" name="Text 3"/>
          <p:cNvSpPr/>
          <p:nvPr/>
        </p:nvSpPr>
        <p:spPr>
          <a:xfrm>
            <a:off x="613321" y="3168997"/>
            <a:ext cx="296413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PREPARED BY EZEQUIEL ARIEL GONZALEZ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23577" y="3480048"/>
            <a:ext cx="2604715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8061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8083" y="3529682"/>
            <a:ext cx="287290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 BI · EXCEL · DATA VISUALIZATION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196801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Objective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1861170"/>
            <a:ext cx="4667845" cy="1087636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4102150" y="201074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We Studied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102150" y="2320454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Impact of PSN requirement on sentiment, engagement &amp; retention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952577" y="3098378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4102150" y="324795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Question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02150" y="3557662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Short-term perception issue — or long-term player decline?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72939"/>
            <a:ext cx="453278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PSN Controversy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05558"/>
            <a:ext cx="2596679" cy="2596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89945" y="2107927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Happened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89945" y="2477467"/>
            <a:ext cx="513516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Sony mandated PSN accounts for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PC players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triggering massive backlash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489945" y="3105820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Sony's Response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89945" y="3475360"/>
            <a:ext cx="559236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Decision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reversed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shortly after controversy escalated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89186"/>
            <a:ext cx="6123161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Community Sentiment at a Glance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3050" y="1036588"/>
            <a:ext cx="4032349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915K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1746647" y="1596107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Positive Reviews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638526" y="1036588"/>
            <a:ext cx="4032424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541K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5912197" y="1596107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Negative Reviews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3050" y="2057846"/>
            <a:ext cx="4032349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155K</a:t>
            </a:r>
            <a:endParaRPr lang="en-US" sz="3250" dirty="0"/>
          </a:p>
        </p:txBody>
      </p:sp>
      <p:sp>
        <p:nvSpPr>
          <p:cNvPr id="8" name="Text 6"/>
          <p:cNvSpPr/>
          <p:nvPr/>
        </p:nvSpPr>
        <p:spPr>
          <a:xfrm>
            <a:off x="1710705" y="2617366"/>
            <a:ext cx="1557040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Peak Negative Day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38526" y="2057846"/>
            <a:ext cx="4032424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458K</a:t>
            </a:r>
            <a:endParaRPr lang="en-US" sz="3250" dirty="0"/>
          </a:p>
        </p:txBody>
      </p:sp>
      <p:sp>
        <p:nvSpPr>
          <p:cNvPr id="10" name="Text 8"/>
          <p:cNvSpPr/>
          <p:nvPr/>
        </p:nvSpPr>
        <p:spPr>
          <a:xfrm>
            <a:off x="5898952" y="2617366"/>
            <a:ext cx="1511498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Peak Player Count</a:t>
            </a:r>
            <a:endParaRPr lang="en-US" sz="11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50" y="3042642"/>
            <a:ext cx="1570881" cy="159186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454822" y="3604766"/>
            <a:ext cx="19422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Overall Sentiment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454822" y="3896916"/>
            <a:ext cx="5678016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62.64% Positive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vs. 37.36% Negative — community stayed predominantly positive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413718"/>
            <a:ext cx="580340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Review Bombing: May 2024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426940"/>
            <a:ext cx="2596679" cy="9538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89945" y="2227659"/>
            <a:ext cx="26696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155K Negative Reviews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89945" y="2597200"/>
            <a:ext cx="559236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 a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single day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historic review bombing event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489945" y="2986162"/>
            <a:ext cx="264177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Community Resilience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89945" y="3355702"/>
            <a:ext cx="559236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Outrage peaked, but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player engagement remained high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43967"/>
            <a:ext cx="741335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Player Activity After the Controversy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283196"/>
            <a:ext cx="8096845" cy="20223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577" y="3473797"/>
            <a:ext cx="2599209" cy="1125736"/>
          </a:xfrm>
          <a:prstGeom prst="roundRect">
            <a:avLst>
              <a:gd name="adj" fmla="val 1994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2200" y="364242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Feb–Apr 2024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92200" y="3952131"/>
            <a:ext cx="22619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Successful premiere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72358" y="3473797"/>
            <a:ext cx="2599209" cy="1125736"/>
          </a:xfrm>
          <a:prstGeom prst="roundRect">
            <a:avLst>
              <a:gd name="adj" fmla="val 1994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40981" y="364242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May 2024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440981" y="3952131"/>
            <a:ext cx="22619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Controversy — declining activity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21139" y="3473797"/>
            <a:ext cx="2599283" cy="1125736"/>
          </a:xfrm>
          <a:prstGeom prst="roundRect">
            <a:avLst>
              <a:gd name="adj" fmla="val 1994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89762" y="3642420"/>
            <a:ext cx="189026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Apr 2024-May 2024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89762" y="3952131"/>
            <a:ext cx="22620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334k peak player activity drops to 126k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404961"/>
            <a:ext cx="7436941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Review Volume: Positive vs. Negative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392" y="1128043"/>
            <a:ext cx="8113216" cy="29803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392" y="4271442"/>
            <a:ext cx="8113216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Both review types spiked in May 2024 — negative peaked at </a:t>
            </a:r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~155K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positive at ~200k. Both returned to baseline shortly after.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355452"/>
            <a:ext cx="503820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Sentiment vs. Retention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579638"/>
            <a:ext cx="2596679" cy="6485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89945" y="2169393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89945" y="2538933"/>
            <a:ext cx="559236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Sentiment &amp; retention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 not always move in parallel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489945" y="2912938"/>
            <a:ext cx="5135166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Sharp negative spike — then recovery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Player activity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remained stable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throughout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sustained decline in participation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70148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686" y="1214028"/>
            <a:ext cx="224358" cy="2243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9724" y="1209377"/>
            <a:ext cx="313357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155K negative reviews in one day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686" y="1966652"/>
            <a:ext cx="224358" cy="2243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9724" y="1962001"/>
            <a:ext cx="305655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62.8% positive sentiment overall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686" y="2719276"/>
            <a:ext cx="224358" cy="2243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9724" y="2714625"/>
            <a:ext cx="271350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Player activity stayed stable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9686" y="3471900"/>
            <a:ext cx="224358" cy="22435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9724" y="3467249"/>
            <a:ext cx="347878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Short-term reputational impact only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9686" y="4224524"/>
            <a:ext cx="224358" cy="22435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9724" y="4219873"/>
            <a:ext cx="330338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 long-term player base collapse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72939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05558"/>
            <a:ext cx="2596679" cy="2596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89945" y="2169319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This Means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89945" y="2538859"/>
            <a:ext cx="559236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Loyal player bases are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resilient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but proactive communication is essential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489945" y="2912864"/>
            <a:ext cx="5135166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Reputational crises ≠ retention crises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Stakeholder management reduces damage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Community trust must be preserved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2026-06-09T00:28:31Z</dcterms:created>
  <dcterms:modified xsi:type="dcterms:W3CDTF">2026-06-09T00:28:31Z</dcterms:modified>
</cp:coreProperties>
</file>